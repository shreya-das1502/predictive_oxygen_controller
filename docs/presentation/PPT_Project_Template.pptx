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68" r:id="rId1"/>
  </p:sldMasterIdLst>
  <p:notesMasterIdLst>
    <p:notesMasterId r:id="rId19"/>
  </p:notesMasterIdLst>
  <p:sldIdLst>
    <p:sldId id="256" r:id="rId2"/>
    <p:sldId id="273" r:id="rId3"/>
    <p:sldId id="275" r:id="rId4"/>
    <p:sldId id="297" r:id="rId5"/>
    <p:sldId id="276" r:id="rId6"/>
    <p:sldId id="279" r:id="rId7"/>
    <p:sldId id="287" r:id="rId8"/>
    <p:sldId id="294" r:id="rId9"/>
    <p:sldId id="295" r:id="rId10"/>
    <p:sldId id="298" r:id="rId11"/>
    <p:sldId id="281" r:id="rId12"/>
    <p:sldId id="282" r:id="rId13"/>
    <p:sldId id="283" r:id="rId14"/>
    <p:sldId id="299" r:id="rId15"/>
    <p:sldId id="284" r:id="rId16"/>
    <p:sldId id="296" r:id="rId17"/>
    <p:sldId id="28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A17"/>
    <a:srgbClr val="092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51" autoAdjust="0"/>
  </p:normalViewPr>
  <p:slideViewPr>
    <p:cSldViewPr>
      <p:cViewPr varScale="1">
        <p:scale>
          <a:sx n="66" d="100"/>
          <a:sy n="66" d="100"/>
        </p:scale>
        <p:origin x="12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241E0-0248-4C4D-A980-3F9F515680AD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DDA9C-541D-438C-B68E-ACBB23FFE4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062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061A-2CE7-4E77-92B4-834042DB8F33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9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61A3-82AD-4857-9680-F46E5B4096C8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22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CC78-7D64-4513-AE0C-841DD5C1B540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F229-8C41-4A93-9C22-C19F5B803ED9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43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6D0DC-2DE9-43E0-A9A0-E81249D831D7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0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D26AE-26C2-4A3C-A79C-85EE99A59744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6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F3C8-9F83-4B1A-AD02-A6911A564FD4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13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ED25-75D0-446C-9A6C-2F7C715069BE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4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5CE7-011B-4043-A15A-58FB34FCE863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2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CC94-D1B4-4DA3-A632-FA4D4AC65424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3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5BA0-2DB6-4DD2-A49F-9528E693FA2E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4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FA427-4716-4947-9CD5-9ED477FDB8BB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>
            <a:extLst>
              <a:ext uri="{FF2B5EF4-FFF2-40B4-BE49-F238E27FC236}">
                <a16:creationId xmlns:a16="http://schemas.microsoft.com/office/drawing/2014/main" id="{11F3AC6F-E1D0-EA53-856B-E06FE21486EA}"/>
              </a:ext>
            </a:extLst>
          </p:cNvPr>
          <p:cNvSpPr txBox="1">
            <a:spLocks/>
          </p:cNvSpPr>
          <p:nvPr/>
        </p:nvSpPr>
        <p:spPr>
          <a:xfrm>
            <a:off x="152400" y="914400"/>
            <a:ext cx="88392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TITLE OF THE PROJECT</a:t>
            </a:r>
          </a:p>
          <a:p>
            <a:pPr>
              <a:spcBef>
                <a:spcPts val="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PROJECT PRESENTATION GUIDELINES &amp; TEMPLATE</a:t>
            </a:r>
          </a:p>
          <a:p>
            <a:pPr>
              <a:spcBef>
                <a:spcPts val="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For Capstone / Course / Mini / Innovative / Other Projects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D807E04-7931-EA37-E47D-36E63A7A3660}"/>
              </a:ext>
            </a:extLst>
          </p:cNvPr>
          <p:cNvSpPr txBox="1">
            <a:spLocks/>
          </p:cNvSpPr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10758EC-7E01-7318-1777-E0A3CE3056B2}"/>
              </a:ext>
            </a:extLst>
          </p:cNvPr>
          <p:cNvSpPr txBox="1">
            <a:spLocks/>
          </p:cNvSpPr>
          <p:nvPr/>
        </p:nvSpPr>
        <p:spPr>
          <a:xfrm>
            <a:off x="152400" y="2895600"/>
            <a:ext cx="8839200" cy="167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4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Student Name 1 – Reg No.</a:t>
            </a:r>
          </a:p>
          <a:p>
            <a:pPr>
              <a:spcBef>
                <a:spcPts val="0"/>
              </a:spcBef>
            </a:pPr>
            <a:r>
              <a:rPr lang="en-US" sz="24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Student Name 2 – Reg No.</a:t>
            </a:r>
          </a:p>
          <a:p>
            <a:pPr>
              <a:spcBef>
                <a:spcPts val="0"/>
              </a:spcBef>
            </a:pPr>
            <a:r>
              <a:rPr lang="en-US" sz="24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Student Name 3 – Reg No.</a:t>
            </a:r>
          </a:p>
          <a:p>
            <a:pPr>
              <a:spcBef>
                <a:spcPts val="0"/>
              </a:spcBef>
            </a:pPr>
            <a:endParaRPr lang="en-US" sz="2400" b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0"/>
              </a:spcBef>
            </a:pPr>
            <a:endParaRPr lang="en-US" sz="2400" b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3692541-1EED-BCB9-8AA6-CDE1A3A6E3B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1F2005C-9B15-F720-C7C7-BB754BE6A6F9}"/>
              </a:ext>
            </a:extLst>
          </p:cNvPr>
          <p:cNvSpPr txBox="1">
            <a:spLocks/>
          </p:cNvSpPr>
          <p:nvPr/>
        </p:nvSpPr>
        <p:spPr>
          <a:xfrm>
            <a:off x="152400" y="5410200"/>
            <a:ext cx="88392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4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Guide Name</a:t>
            </a:r>
          </a:p>
          <a:p>
            <a:pPr>
              <a:spcBef>
                <a:spcPts val="0"/>
              </a:spcBef>
            </a:pPr>
            <a:endParaRPr lang="en-US" sz="2400" b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0"/>
              </a:spcBef>
            </a:pPr>
            <a:endParaRPr lang="en-US" sz="2400" b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12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Agenda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Introduction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Problem Definition &amp; Motivation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Literature Survey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Aim &amp; Objectives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Proposed Solution / Methodology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System Architecture / Design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Algorithm / Technique / Model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Implementation / Development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Results / Outcomes / Validation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Discussion &amp; Analysis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Applications / Use cases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Project Highlights / Innovation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Conclusion &amp; Future Work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References</a:t>
            </a:r>
          </a:p>
          <a:p>
            <a:pPr marL="22860" indent="0" algn="just">
              <a:spcBef>
                <a:spcPts val="0"/>
              </a:spcBef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2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9965B3-A250-1143-9000-BB033E252AD8}"/>
              </a:ext>
            </a:extLst>
          </p:cNvPr>
          <p:cNvSpPr txBox="1"/>
          <p:nvPr/>
        </p:nvSpPr>
        <p:spPr>
          <a:xfrm>
            <a:off x="4953000" y="1143000"/>
            <a:ext cx="4038600" cy="2554545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Max. no. of slides: 20, (Including Title &amp; Thank you)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Add/Remove/Modify slides if required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Time Duration: 10 Minutes for Presentation &amp; 5 Minutes for QA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template is indicative only.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Remove this text box</a:t>
            </a:r>
            <a:endParaRPr lang="en-IN" sz="2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73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Introduction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What is the broader context?</a:t>
            </a:r>
          </a:p>
          <a:p>
            <a:pPr marL="365760" algn="just">
              <a:spcBef>
                <a:spcPts val="0"/>
              </a:spcBef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Why is the domain important? </a:t>
            </a:r>
          </a:p>
          <a:p>
            <a:pPr marL="365760" algn="just">
              <a:spcBef>
                <a:spcPts val="0"/>
              </a:spcBef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What is the need?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3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545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91E66-7E95-0295-824D-C8F1A826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9344-092C-A503-9760-53E64154B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 Definition &amp; Motivation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AABE1-9A29-B3C9-28C5-1EE392D94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What exactly is the problem?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Why does it need to be solved?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What motivates this particular project?</a:t>
            </a:r>
          </a:p>
          <a:p>
            <a:pPr marL="22860" indent="0" algn="just">
              <a:spcBef>
                <a:spcPts val="0"/>
              </a:spcBef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238FF4-D0D7-F46E-7502-D2E8C7C906AF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51C6A-EF98-1F14-48FD-CA190BC6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4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77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Literature Survey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Key related works and findings 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Identify gaps or limitations in existing work 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How your work addresses those gaps</a:t>
            </a:r>
          </a:p>
          <a:p>
            <a:pPr marL="22860" indent="0" algn="just">
              <a:spcBef>
                <a:spcPts val="0"/>
              </a:spcBef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5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001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Aim &amp; Objectives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Clearly state your aim(s) 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Specific objectives or hypotheses, if any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Use measurable and clearly defined objectives.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6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95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802B-BC5D-E729-18EF-85C1D9AA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228D-05B9-E4DE-B654-5B115E366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Proposed Solution / Methodology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C14F7-F96F-7584-2B8B-EB1A4C8CC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Overview of the proposed approach/system/model 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Experimental setup or simulation environment 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Tools, datasets, or frameworks used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8F9107-A582-0586-2882-3FE80F672FEB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427DE-4A52-E3E1-CB6D-3E8241B5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7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416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B5880-4913-9672-793E-4D97ED228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EF57-A7E9-B604-A07F-3F0405439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System Architecture / Design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6B99-EFAA-D48F-8CDF-F63AB6DD0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System architecture diagram / flowchart / block diagram 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Step-by-step explanation of each module/component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F3B90C-7AD0-D52D-8DC6-9F1C3DE84FE3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C5252-0D8F-2A51-1FC5-9175A423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8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779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10CF5-95E4-CC92-C434-CD9D9AFFB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E493-8ECB-B988-5A56-6AEF9F93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Algorithm / Technique / Model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376A8-979B-E2E6-6D94-1B7F4169B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Include if applicable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Pseudocode or flow of key algorithms (if relevant) 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Why this technique was chosen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2749C5-7EF3-E57B-7136-2CC81D1864F3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6E8BE-6CD0-6109-CDEF-8E717CDA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9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455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E9E8A-25E8-00A5-2660-0169A5405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19230-BCDF-BC33-C70D-303E6F389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Implementation / Development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629C-BDBE-DAFC-C7E4-E5C0246A8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Hardware implementation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Software implementation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Modules developed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Technologies used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Prototype development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Key implementation screenshots</a:t>
            </a:r>
          </a:p>
          <a:p>
            <a:pPr marL="22860" indent="0" algn="just">
              <a:spcBef>
                <a:spcPts val="0"/>
              </a:spcBef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97E25CD-5961-6A66-893F-9FA02123429C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848CA-DE89-6622-1AAA-A9934303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10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895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Results / Outcomes / Validation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Experimental / simulation results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Performance metrics / accuracy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Functional testing / test cases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Prototype / screenshots / demonstration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Comparison / user evaluation / validation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11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231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Discussion &amp; Analysis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Interpretation of results 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Strengths and limitations 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Any surprising outcomes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12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36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Applications / Use Cases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Real-world relevance of your work 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Specific industries or problems your work can address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13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295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3AE4C-C09D-3B0E-009D-1E1810B25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B5C60-00A2-3E5D-7DDB-ABC79BDF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Project Highlights / Innovation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01DF6-DA8A-6FE1-AD8A-5EFB195C6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Include if applicable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What is new?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What did the team contribute?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What is different from existing solutions?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What technical challenge was solved?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What is the novelty?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What can be patented/productized?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FDDF9F-1134-10D5-9872-E09F43161157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725FB-7F56-28CD-C495-46F54D4C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14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230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Conclusion &amp; Future Work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22860" indent="0" algn="just">
              <a:spcBef>
                <a:spcPts val="0"/>
              </a:spcBef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Conclusion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Key outcome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Objectives achieved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Major contribution</a:t>
            </a:r>
          </a:p>
          <a:p>
            <a:pPr marL="22860" indent="0" algn="just">
              <a:spcBef>
                <a:spcPts val="0"/>
              </a:spcBef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  <a:p>
            <a:pPr marL="22860" indent="0" algn="just">
              <a:spcBef>
                <a:spcPts val="0"/>
              </a:spcBef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Future Scope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Improvements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Extensions</a:t>
            </a:r>
          </a:p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Further development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15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924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E060-00A3-0E34-C366-CFF5530E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60BC-78DC-F438-D463-F7A6104D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References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EC78D-410D-ABC6-50BF-2B86B818E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365760" algn="just">
              <a:spcBef>
                <a:spcPts val="0"/>
              </a:spcBef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Relevant references in the IEEE style (~10)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CD62F8-816E-ECA9-7C65-FA0F91F2E602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B1EAE-E30E-F69B-63D3-EAE44ADB3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16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06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C8F6-A3AB-656C-86EF-72B6AC2D6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F1F1-F108-CF95-5192-3D08B269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0000"/>
          </a:xfrm>
          <a:solidFill>
            <a:srgbClr val="092034"/>
          </a:solidFill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IN" sz="4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01D16-1246-B513-736F-BAFEF5822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616000"/>
          </a:xfrm>
        </p:spPr>
        <p:txBody>
          <a:bodyPr>
            <a:normAutofit/>
          </a:bodyPr>
          <a:lstStyle/>
          <a:p>
            <a:pPr marL="22860" indent="0" algn="ctr">
              <a:spcBef>
                <a:spcPts val="0"/>
              </a:spcBef>
              <a:buNone/>
            </a:pPr>
            <a:endParaRPr lang="en-US" sz="4000" b="1" i="1" dirty="0">
              <a:latin typeface="Arial" pitchFamily="34" charset="0"/>
              <a:cs typeface="Arial" pitchFamily="34" charset="0"/>
            </a:endParaRPr>
          </a:p>
          <a:p>
            <a:pPr marL="22860" indent="0" algn="ctr">
              <a:spcBef>
                <a:spcPts val="0"/>
              </a:spcBef>
              <a:buNone/>
            </a:pPr>
            <a:endParaRPr lang="en-US" sz="4000" b="1" i="1" dirty="0">
              <a:latin typeface="Arial" pitchFamily="34" charset="0"/>
              <a:cs typeface="Arial" pitchFamily="34" charset="0"/>
            </a:endParaRPr>
          </a:p>
          <a:p>
            <a:pPr marL="22860" indent="0" algn="ctr">
              <a:spcBef>
                <a:spcPts val="0"/>
              </a:spcBef>
              <a:buNone/>
            </a:pPr>
            <a:r>
              <a:rPr lang="en-US" sz="4000" b="1" i="1" dirty="0">
                <a:latin typeface="Arial" pitchFamily="34" charset="0"/>
                <a:cs typeface="Arial" pitchFamily="34" charset="0"/>
              </a:rPr>
              <a:t>…QA…</a:t>
            </a:r>
          </a:p>
          <a:p>
            <a:pPr marL="22860" indent="0" algn="ctr">
              <a:spcBef>
                <a:spcPts val="0"/>
              </a:spcBef>
              <a:buNone/>
            </a:pPr>
            <a:endParaRPr lang="en-US" sz="4000" b="1" i="1" dirty="0">
              <a:latin typeface="Arial" pitchFamily="34" charset="0"/>
              <a:cs typeface="Arial" pitchFamily="34" charset="0"/>
            </a:endParaRPr>
          </a:p>
          <a:p>
            <a:pPr marL="22860" indent="0" algn="ctr">
              <a:spcBef>
                <a:spcPts val="0"/>
              </a:spcBef>
              <a:buNone/>
            </a:pPr>
            <a:r>
              <a:rPr lang="en-US" sz="4000" b="1" i="1" dirty="0">
                <a:latin typeface="Arial" pitchFamily="34" charset="0"/>
                <a:cs typeface="Arial" pitchFamily="34" charset="0"/>
              </a:rPr>
              <a:t>…Thank you…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6264F7-22DB-92AF-4408-7C4536348ED9}"/>
              </a:ext>
            </a:extLst>
          </p:cNvPr>
          <p:cNvSpPr txBox="1">
            <a:spLocks/>
          </p:cNvSpPr>
          <p:nvPr/>
        </p:nvSpPr>
        <p:spPr>
          <a:xfrm>
            <a:off x="0" y="6570000"/>
            <a:ext cx="9144000" cy="288000"/>
          </a:xfrm>
          <a:prstGeom prst="rect">
            <a:avLst/>
          </a:prstGeom>
          <a:solidFill>
            <a:srgbClr val="0920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F5E24-BF95-EC12-5FDF-C82E5445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70000"/>
            <a:ext cx="2133600" cy="288000"/>
          </a:xfrm>
        </p:spPr>
        <p:txBody>
          <a:bodyPr/>
          <a:lstStyle/>
          <a:p>
            <a:fld id="{B6F15528-21DE-4FAA-801E-634DDDAF4B2B}" type="slidenum">
              <a:rPr lang="en-US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17</a:t>
            </a:fld>
            <a:endParaRPr lang="en-US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6703</TotalTime>
  <Words>461</Words>
  <Application>Microsoft Office PowerPoint</Application>
  <PresentationFormat>On-screen Show (4:3)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Agenda</vt:lpstr>
      <vt:lpstr>Introduction</vt:lpstr>
      <vt:lpstr>Problem Definition &amp; Motivation</vt:lpstr>
      <vt:lpstr>Literature Survey</vt:lpstr>
      <vt:lpstr>Aim &amp; Objectives</vt:lpstr>
      <vt:lpstr>Proposed Solution / Methodology</vt:lpstr>
      <vt:lpstr>System Architecture / Design</vt:lpstr>
      <vt:lpstr>Algorithm / Technique / Model</vt:lpstr>
      <vt:lpstr>Implementation / Development</vt:lpstr>
      <vt:lpstr>Results / Outcomes / Validation</vt:lpstr>
      <vt:lpstr>Discussion &amp; Analysis</vt:lpstr>
      <vt:lpstr>Applications / Use Cases</vt:lpstr>
      <vt:lpstr>Project Highlights / Innovation</vt:lpstr>
      <vt:lpstr>Conclusion &amp; Future Work</vt:lpstr>
      <vt:lpstr>References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KONGU</dc:creator>
  <cp:lastModifiedBy>Konguvel E</cp:lastModifiedBy>
  <cp:revision>1920</cp:revision>
  <dcterms:created xsi:type="dcterms:W3CDTF">2006-08-16T00:00:00Z</dcterms:created>
  <dcterms:modified xsi:type="dcterms:W3CDTF">2026-10-08T15:44:46Z</dcterms:modified>
</cp:coreProperties>
</file>